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DE56-3954-A6C0-376D-886E394BF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DACA3-5F07-E98B-6EBA-E8EE9F24E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63E59-358C-7521-CE21-7E7D1B65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ACE39-7610-DBA3-9C89-87AF300F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BBED2-E3C6-4AC4-0C18-7D9547DE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8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DB4E-7620-7DDE-0807-C91DB358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76A5-9CF8-E50E-5554-9E2A9CC4C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70E03-146F-169D-8ABD-5C085045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3073E-7C39-488C-25E6-BEACE3D7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CB830-C440-969B-385C-22DF3205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4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6E91-FAD1-ED9A-C751-86EBB074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1B8FA-BE09-97C0-0BE4-9C3D10FF3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8E34-3CEC-85DC-83B1-3E38BA6C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EBD86-3B71-1EFC-8162-1873F58B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D94AF-F3B1-0621-5B8E-9D293F3E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4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4339-C690-2557-F40C-C4631749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4B0A-08D9-6966-B982-C6DB247A4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2AD3B-CDF1-66F6-2897-46169BA58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C378A-049B-51FF-2889-9B43E26C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64C29-1BC1-260F-4795-6FFE7C04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713BD-1380-F118-15C0-82DFCF94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1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D3D6-4EAD-C499-2E5C-899EAFED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466E1-9347-50BA-A9F5-9AE8BB3CB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C900F-BBF1-E751-3D08-4185EDFC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B1E942-7259-6C72-7994-24EAC39EB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CB2FF-4215-4D57-D64C-B06EB2C48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5BF35-5367-B31C-F249-83626DF2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FF932-276D-0B3C-0E2B-8C9B6A76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B3AF2-84C2-18C0-6996-76127FCA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2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D0C2-D271-A429-9FA2-BEFB7EE0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F466F-1225-77FB-E02A-CA525575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117A8-8305-CD1B-9386-E1B6C71A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A7968-BDE5-3621-4EEB-26E74675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0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7C5BB-ACC1-DDE6-0E99-30495A55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EB4EA-8EFA-D2D1-2977-47E9F11C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C62B4-76E8-3EB2-CA74-FE280403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4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6F5E-4D02-0AF4-6121-0FCCAF37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0B05-163F-50A4-CFAD-8D30E11D4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43BFE-269E-0491-0ACC-8D7F11F6D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0C2B0-3CF9-7935-23C6-8E4B5790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BA396-96FC-924A-97B0-3B9AC23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E5B6A-BEDE-300B-02AF-C8F1C042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0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117C-CCB1-1CAE-C7C0-9DD183CC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10A79-1AA3-5B9E-EC56-27BA0A53D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73AEC-0907-DA84-C440-B27D8A4A6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8A4D9-F824-D094-D78C-740A0339E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F43D0-0235-F5A9-8BA8-CAA46D17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1DC17-B60B-F6CA-7C44-CB71DF2D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6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2879-3B73-F6AD-F8E3-CB64A135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775DE-5BDA-74D2-4AF8-C0B335485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4E81D-0356-1EF2-8205-C7BB4C05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63E15-4D06-EF6D-C0D7-D9CB0D50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FC503-E4AE-AC6A-B791-A1253085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FD9E0C-C7B2-D644-4185-A99811538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7D82-2648-956E-0ED8-44E97858E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7BAEE-7F17-F343-B6D0-FDFA40D3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8AB9A-FFFE-A78C-1101-9A353E4F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06AD8-E164-10F0-9F26-106CF8EE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9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32E07-3489-46B0-D17B-46ED5F8A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4771-199B-EBDD-F84E-87A2D678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FB9A-59F1-E527-14F4-FB5A5AB76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9E16F-7E76-43A2-9C97-AF2A137DB06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97B1E-DA94-43B3-CD41-361A9BFF2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7AA55-DD88-551A-5812-F18D08ECD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A7D2D-B328-4264-849C-445AC11B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8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4919C-79BA-F9F6-64EB-486C9895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780175"/>
            <a:ext cx="4444846" cy="343253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Stroke Risk Analysis</a:t>
            </a:r>
            <a:b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b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Identifying Key Predictors Using the WHO Healthcare Dataset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2263C6-02A5-E843-8CA1-2DA82216B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596019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MSDS670 — Data Visualization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8811C3-429B-0823-8E64-D274EFB54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3728" y="1182826"/>
            <a:ext cx="6785184" cy="476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31DB1D-74D5-0859-7998-A8460894EC75}"/>
              </a:ext>
            </a:extLst>
          </p:cNvPr>
          <p:cNvSpPr txBox="1"/>
          <p:nvPr/>
        </p:nvSpPr>
        <p:spPr>
          <a:xfrm>
            <a:off x="8917497" y="6434356"/>
            <a:ext cx="288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Harsha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Vardhini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Danala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80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51805-7CD8-2599-C7C5-9D5898AF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7A58-D55E-7F5B-A137-7FE55951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is the second leading cause of death worldwide.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healthcare records to identify factors associated with stroke risk.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What demographic and clinical factors are most strongly associated with stroke risk in the WHO Healthcare Stroke Dataset?</a:t>
            </a:r>
          </a:p>
        </p:txBody>
      </p:sp>
    </p:spTree>
    <p:extLst>
      <p:ext uri="{BB962C8B-B14F-4D97-AF65-F5344CB8AC3E}">
        <p14:creationId xmlns:p14="http://schemas.microsoft.com/office/powerpoint/2010/main" val="375094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37B1E-334B-72BA-D530-EBEF5953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8BAD-01CB-7385-ED55-8A436AF0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WHO Healthcare Stroke Prediction Dataset with 5,109 patient records.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demographic, lifestyle, and medical variables such as age, glucose level, heart disease, and smoking status.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visualizations were created using Python, Pandas, and Matplotlib.</a:t>
            </a:r>
          </a:p>
        </p:txBody>
      </p:sp>
    </p:spTree>
    <p:extLst>
      <p:ext uri="{BB962C8B-B14F-4D97-AF65-F5344CB8AC3E}">
        <p14:creationId xmlns:p14="http://schemas.microsoft.com/office/powerpoint/2010/main" val="422676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FFC77-9DEB-385A-4000-0A0A4CE8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29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Stroke Rate by Age Group</a:t>
            </a:r>
            <a:b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A300A-4557-6ADD-010B-4AD556085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760649"/>
            <a:ext cx="4730971" cy="34163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80+ face a 19.8% stroke rate — nearly 100× higher than the 0–20 age group (0.2%).
Risk escalates sharply after age 60, crossing the high-risk threshold.
Age is the single strongest predictor of stroke in this dataset.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E92E8-427B-FD39-AEC6-5F02C9040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453095"/>
            <a:ext cx="6440424" cy="389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7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86938-390A-9038-D154-8C7B0F7D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Risk Heatmap: Age Group vs Risk Factor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5AEB5-2AE0-5863-E7E9-C2604AF4B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reveals that stroke risk increases dramatically in older age groups, especially after age 60.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risk group is patients aged 80+ who smoke, with a stroke rate of 27.3%.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risk factors such as smoking, heart disease, and high glucose significantly amplify stroke risk in older patients.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557B2-630B-8AB0-244B-2874C522D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728" y="1616806"/>
            <a:ext cx="6742512" cy="416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0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F009A-1DCE-1CC2-ECED-5E65B5C3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25683"/>
            <a:ext cx="4443154" cy="1453579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Glucose Level vs. Age by Stroke Outcome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AD3F-0B49-0484-70C5-D5E45B52A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59" y="2723233"/>
            <a:ext cx="4594575" cy="34537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Stroke patients cluster above the 126 mg/dL diabetic threshold far more than non-stroke patients.
Both groups show rising glucose with age, but the stroke patients' trend is steeper.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age combined with high glucose creates a compounding danger zone.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2461B56-3FB5-D051-6769-02531FC8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098" y="1620585"/>
            <a:ext cx="6706141" cy="42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6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6E54D-C71B-09E8-ADAB-71BA5F27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62062"/>
            <a:ext cx="10552176" cy="116615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3C8C5-302D-DE0E-855C-6CAFC22F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23160"/>
            <a:ext cx="10552176" cy="37538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is the Dominant Risk Factor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risk escalates dramatically after age 60, reaching 19.8% for patients 80+. Early screening should target adults in their late 50s.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Conditions Multiply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(17.0%) and hypertension (13.3%) are the strongest modifiable clinical predictors. Managing these conditions can substantially reduce stroke incidence.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Glucose + Age = Compounding Danger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Elevated blood glucose above 126 mg/dL interacts with age to amplify risk. Older patients with poorly controlled blood sugar need prioritized neurological monitoring.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3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397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Stroke Risk Analysis  Identifying Key Predictors Using the WHO Healthcare Dataset  </vt:lpstr>
      <vt:lpstr>Research Question</vt:lpstr>
      <vt:lpstr>Dataset &amp; Methodology</vt:lpstr>
      <vt:lpstr>Stroke Rate by Age Group </vt:lpstr>
      <vt:lpstr>Stroke Risk Heatmap: Age Group vs Risk Factor</vt:lpstr>
      <vt:lpstr>Glucose Level vs. Age by Stroke Outcome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VARDHINI DANALA</dc:creator>
  <cp:lastModifiedBy>HARSHA VARDHINI DANALA</cp:lastModifiedBy>
  <cp:revision>1</cp:revision>
  <dcterms:created xsi:type="dcterms:W3CDTF">2026-03-08T01:33:37Z</dcterms:created>
  <dcterms:modified xsi:type="dcterms:W3CDTF">2026-03-08T02:06:48Z</dcterms:modified>
</cp:coreProperties>
</file>